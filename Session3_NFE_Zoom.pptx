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C49A22"/>
          </a:solidFill>
          <a:ln w="12700">
            <a:solidFill>
              <a:srgbClr val="C49A2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720" y="10058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المفاهيم والفلسفة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474720" y="1691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التربية غير المنهجية عن بُعد؟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474720" y="2331720"/>
            <a:ext cx="5303520" cy="45720"/>
          </a:xfrm>
          <a:prstGeom prst="rect">
            <a:avLst/>
          </a:prstGeom>
          <a:solidFill>
            <a:srgbClr val="C49A22"/>
          </a:solidFill>
          <a:ln w="12700">
            <a:solidFill>
              <a:srgbClr val="C49A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دقيقة  |  </a:t>
            </a:r>
            <a:pPr algn="r" indent="0" marL="0">
              <a:buNone/>
            </a:pPr>
            <a:r>
              <a:rPr lang="en-US" sz="1300" b="1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الفئة: طلاب السنة الأولى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د. دعاء مكاري  |  كلية القاسمي الأكاديمية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الأول: المفاهيم والفلسفة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القاسمي | التربية غير المنهجية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اللقاء الأول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نهاية هذا اللقاء، الطالب قادر على: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548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تعريف التعلم عن بُعد في السياق غير المنهجي وتمييزه عن التعليم التقليدي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15768"/>
            <a:ext cx="8595360" cy="548640"/>
          </a:xfrm>
          <a:prstGeom prst="rect">
            <a:avLst/>
          </a:prstGeom>
          <a:solidFill>
            <a:srgbClr val="C8E6E3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15768"/>
            <a:ext cx="54864" cy="5486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157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تطبيق نموذج مجتمع الاستقصاء (CoI) على بيئة Zoom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74136"/>
            <a:ext cx="8595360" cy="548640"/>
          </a:xfrm>
          <a:prstGeom prst="rect">
            <a:avLst/>
          </a:prstGeom>
          <a:solidFill>
            <a:srgbClr val="FFF3CC"/>
          </a:solidFill>
          <a:ln w="12700">
            <a:solidFill>
              <a:srgbClr val="C49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74136"/>
            <a:ext cx="54864" cy="548640"/>
          </a:xfrm>
          <a:prstGeom prst="rect">
            <a:avLst/>
          </a:prstGeom>
          <a:solidFill>
            <a:srgbClr val="C49A22"/>
          </a:solidFill>
          <a:ln w="12700">
            <a:solidFill>
              <a:srgbClr val="C49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741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تحليل الفروق الجوهرية بين التعليم الوجاهي والرقمي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8595360" cy="548640"/>
          </a:xfrm>
          <a:prstGeom prst="rect">
            <a:avLst/>
          </a:prstGeom>
          <a:solidFill>
            <a:srgbClr val="D6E4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032504"/>
            <a:ext cx="54864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32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ربط نظرية Vygotsky بديناميكيات التعلم الافتراضي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الأول: المفاهيم والفلسفة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القاسمي | التربية غير المنهجية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التعلم عن بُعد في التربية غير المنهجية؟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8595360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"عملية تربوية تفاعلية عبر وسيط تكنولوجي، تهدف إلى تنمية المهارات الحياتية والقيم والمسؤولية الاجتماعية خارج إطار المنهج التقليدي"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114800" cy="1371600"/>
          </a:xfrm>
          <a:prstGeom prst="rect">
            <a:avLst/>
          </a:prstGeom>
          <a:solidFill>
            <a:srgbClr val="D6E4F0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200400"/>
            <a:ext cx="64008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8503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نقل المعرفة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584448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مجتمعات تعلم رقمية تعوض غياب اللقاء الجسدي وتعزز الانتماء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200400"/>
            <a:ext cx="4114800" cy="1371600"/>
          </a:xfrm>
          <a:prstGeom prst="rect">
            <a:avLst/>
          </a:prstGeom>
          <a:solidFill>
            <a:srgbClr val="C8E6E3"/>
          </a:solidFill>
          <a:ln w="19050">
            <a:solidFill>
              <a:srgbClr val="1A7A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200400"/>
            <a:ext cx="64008" cy="13716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6850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32735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محورية الطالب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3584448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منتج للمعرفة وليس متلقياً — الشاشة منصة عمل وليست نافذة مشاهدة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الأول: المفاهيم والفلسفة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القاسمي | التربية غير المنهجية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مجتمع الاستقصاء (Community of Inquiry)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Garrison, 2016 — ثلاثة محاور لنجاح التعلم الرقمي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2743200" cy="2468880"/>
          </a:xfrm>
          <a:prstGeom prst="rect">
            <a:avLst/>
          </a:prstGeom>
          <a:solidFill>
            <a:srgbClr val="D6E4F0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574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المعرفي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 على صياغة المعنى عبر الاستقصاء والحوار المنظم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057400"/>
            <a:ext cx="2743200" cy="2468880"/>
          </a:xfrm>
          <a:prstGeom prst="rect">
            <a:avLst/>
          </a:prstGeom>
          <a:solidFill>
            <a:srgbClr val="C8E6E3"/>
          </a:solidFill>
          <a:ln w="25400">
            <a:solidFill>
              <a:srgbClr val="1A7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057400"/>
            <a:ext cx="2743200" cy="4572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الاجتماعي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6060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شعور الطالب بأنه حقيقي ومقبول داخل البيئة الافتراضية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743200" cy="2468880"/>
          </a:xfrm>
          <a:prstGeom prst="rect">
            <a:avLst/>
          </a:prstGeom>
          <a:solidFill>
            <a:srgbClr val="FFF3CC"/>
          </a:solidFill>
          <a:ln w="25400">
            <a:solidFill>
              <a:srgbClr val="C49A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057400"/>
            <a:ext cx="2743200" cy="457200"/>
          </a:xfrm>
          <a:prstGeom prst="rect">
            <a:avLst/>
          </a:prstGeom>
          <a:solidFill>
            <a:srgbClr val="C49A22"/>
          </a:solidFill>
          <a:ln w="12700">
            <a:solidFill>
              <a:srgbClr val="C49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التدريسي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6060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المربي للبيئة وتسهيل الحوار وتوجيه مسار التعلم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الأول: المفاهيم والفلسفة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القاسمي | التربية غير المنهجية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 البنائي الاجتماعي — Vygotsky في Zoom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45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المعنى يُبنى من خلال التفاعل الاجتماعي — والفضاء الرقمي فضاء اجتماعي حقيقي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286000"/>
            <a:ext cx="8595360" cy="749808"/>
          </a:xfrm>
          <a:prstGeom prst="rect">
            <a:avLst/>
          </a:prstGeom>
          <a:solidFill>
            <a:srgbClr val="D6E4F0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286000"/>
            <a:ext cx="64008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359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منطقة التطور القريبة (ZPD)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6700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يستطيع الطالب تحقيقه بمساعدة المربي أو الأقران — Breakout Rooms تُجسّدها رقمياً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154680"/>
            <a:ext cx="8595360" cy="749808"/>
          </a:xfrm>
          <a:prstGeom prst="rect">
            <a:avLst/>
          </a:prstGeom>
          <a:solidFill>
            <a:srgbClr val="F1F5F9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3154680"/>
            <a:ext cx="64008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2278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الوساطة والأدوات الثقافية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3538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Padlet و Mentimeter هي أدوات وساطة ثقافية تنقل المعنى بين الطلاب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023360"/>
            <a:ext cx="8595360" cy="749808"/>
          </a:xfrm>
          <a:prstGeom prst="rect">
            <a:avLst/>
          </a:prstGeom>
          <a:solidFill>
            <a:srgbClr val="D6E4F0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4023360"/>
            <a:ext cx="64008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09651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 الاجتماعي قبل الفردي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" y="4407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النقاش الجماعي في Zoom يسبق الفهم الفردي — لذا الحوار ليس زينة بل ضرورة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الأول: المفاهيم والفلسفة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القاسمي | التربية غير المنهجية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وجاهي مقابل رقمي — مصفوفة المقارنة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00200"/>
          <a:ext cx="8595360" cy="306324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011680"/>
                <a:gridCol w="2651760"/>
              </a:tblGrid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وجه المقارنة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الوجاهي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عن بُعد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الفرصة الرقمية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A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ديناميكية المجموعة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تفاعل جسدي مباشر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مربعات الشاشة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الدردشة تكسر حواجز الخجل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إدارة الوقت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تسلسل خطي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مرونة Micro-learning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الحفاظ على الإيقاع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الوسائل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أدوات ملموسة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أدوات سحابية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توثيق رقمي مستدام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التركيز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تشتت أقل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تشتت عالٍ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قاعدة الـ 10 دقائق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الافتتاحية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— أرنا غرضاً!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6400800" cy="45720"/>
          </a:xfrm>
          <a:prstGeom prst="rect">
            <a:avLst/>
          </a:prstGeom>
          <a:solidFill>
            <a:srgbClr val="C49A22"/>
          </a:solidFill>
          <a:ln w="12700">
            <a:solidFill>
              <a:srgbClr val="C49A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عن غرض بجانبك يمثل شعورك نحو التعليم عن بُعد</a:t>
            </a:r>
            <a:endParaRPr lang="en-US" sz="1700" dirty="0"/>
          </a:p>
          <a:p>
            <a:pPr rtl="1" algn="ctr" indent="0" marL="0">
              <a:buNone/>
            </a:pPr>
            <a:r>
              <a:rPr lang="en-US" sz="17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أرنا الغرض واشرح لنا في 20 ثانية!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3840480" cy="1645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الهدف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كسر الجليد وخلق جو من الحضور الاجتماعي الحقيقي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880360"/>
            <a:ext cx="3840480" cy="16459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880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المدة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337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دقائق  |  كل طالب 20 ثانية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المربي يبدأ بنفسه نموذجاً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الأول: المفاهيم والفلسفة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القاسمي | التربية غير المنهجية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Mentimeter — سحابة الكلمات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859536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أول كلمة تخطر على بالك عند سماع: 'تربية غير منهجية عبر Zoom'؟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تفاعل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مجتمع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إبداع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مرونة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حوار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افتح Mentimeter → ادخل الكود → أرسل كلمتك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التأمل الختامي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"لو طُلب منك تقييم نجاح حصتك عبر Zoom؛ هل ستقيس النجاح بكمية المعلومات التي وصلت للطلاب، أم بعدد التفاعلات والأسئلة التي طرحوها؟ ولماذا؟"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383280"/>
            <a:ext cx="5486400" cy="45720"/>
          </a:xfrm>
          <a:prstGeom prst="rect">
            <a:avLst/>
          </a:prstGeom>
          <a:solidFill>
            <a:srgbClr val="C49A22"/>
          </a:solidFill>
          <a:ln w="12700">
            <a:solidFill>
              <a:srgbClr val="C49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4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دوّن إجابتك على Padlet الخاص بالمساق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اللقاء القادم: التصميم والأدوات ← كيف نبني حصة Zoom فعّالة؟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دعاء مكاري  |  البيداغوجيا الرقمية في التربية غير المنهجية  | 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2026-03-25T19:50:33Z</dcterms:created>
  <dcterms:modified xsi:type="dcterms:W3CDTF">2026-03-25T19:50:33Z</dcterms:modified>
</cp:coreProperties>
</file>